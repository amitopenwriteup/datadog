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2C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Datadog Agent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Analysis &amp; Traces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Why and How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32C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Process Analysis?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9144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Optimization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processes consuming excessive CPU, memory, or disk I/O to optimize infrastructure costs and performance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73152" cy="9144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8163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unauthorized processes, unusual activity patterns, and ensure compliance with security policies across your fleet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40050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pinpoint process-level issues causing application slowdowns, crashes, or resource exhaustion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32C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Distributed Tracing?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28016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2801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Visibility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requests across microservices, databases, and third-party APIs to understand complete user journeys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4023360" cy="128016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97480"/>
            <a:ext cx="73152" cy="12801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Bottlenecks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slow services, database queries, or external calls impacting response times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28016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73152" cy="128016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Detection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exactly where failures occur in distributed systems with stack traces and context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697480"/>
            <a:ext cx="4023360" cy="128016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697480"/>
            <a:ext cx="73152" cy="128016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Mapping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3200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service dependencies and understand how components interact in real-time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32C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How: Process Monitoring Setup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Process 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6276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datadog.yaml and set process_config.enabled to true, then restart the 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Collection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6334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process filtering, scrubbing sensitive args, and collection intervals in process_config section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&amp; Monitor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63931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agent status with datadog-agent status, then view live processes in Datadog Infrastructure List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Configuration: </a:t>
            </a:r>
            <a:pPr indent="0" marL="0">
              <a:buNone/>
            </a:pPr>
            <a:r>
              <a:rPr lang="en-US" sz="1100" dirty="0">
                <a:solidFill>
                  <a:srgbClr val="632C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process_config: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true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32C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How: Distributed Tracing Setup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1612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APM in Agent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apm_config.enabled: true in datadog.yaml and ensure the agent is listening on port 8126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411480" cy="41148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0299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Application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Datadog tracing library for your language (dd-trace-py, dd-trace-js, etc.) and initialize tracer in 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53512"/>
            <a:ext cx="411480" cy="411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53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8986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Service Tags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DD_SERVICE, DD_ENV, DD_VERSION environment variables to properly tag and organize your traces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411480" cy="41148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22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7673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Visualize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instrumented code, verify traces in APM &gt; Traces view, and analyze service maps and flame graphs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Example: </a:t>
            </a:r>
            <a:pPr indent="0" marL="0">
              <a:buNone/>
            </a:pPr>
            <a:r>
              <a:rPr lang="en-US" sz="1000" dirty="0">
                <a:solidFill>
                  <a:srgbClr val="632C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ddtrace import tracer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@tracer.wrap('my.operation')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Datadog Agent: Process Analysis &amp; Traces</dc:title>
  <dc:subject>PptxGenJS Presentation</dc:subject>
  <dc:creator>Claude</dc:creator>
  <cp:lastModifiedBy>Claude</cp:lastModifiedBy>
  <cp:revision>1</cp:revision>
  <dcterms:created xsi:type="dcterms:W3CDTF">2026-02-09T05:20:28Z</dcterms:created>
  <dcterms:modified xsi:type="dcterms:W3CDTF">2026-02-09T05:20:28Z</dcterms:modified>
</cp:coreProperties>
</file>