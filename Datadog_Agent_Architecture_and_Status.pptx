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55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Datadog Agent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Status Command Interpretation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4114800"/>
            <a:ext cx="18288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Datadog Agent?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Purpose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software installed on hosts
Collects system and application metrics
Forwards data to Datadog platform
Enables infrastructure monitoring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20640" y="228600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metric collection
Log aggregation and forwarding
Distributed tracing (APM)
Infrastructure tagging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Datadog Agent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2286000" cy="1097280"/>
          </a:xfrm>
          <a:prstGeom prst="roundRect">
            <a:avLst/>
          </a:prstGeom>
          <a:solidFill>
            <a:srgbClr val="028090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Gathers metrics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checks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828800"/>
            <a:ext cx="2286000" cy="109728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FORWARDER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290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data 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backend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828800"/>
            <a:ext cx="2286000" cy="109728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 AGENT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APM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240280"/>
            <a:ext cx="365760" cy="27432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6440" y="2240280"/>
            <a:ext cx="365760" cy="27432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474720"/>
            <a:ext cx="22860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DogStatsD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29000" y="3474720"/>
            <a:ext cx="22860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Agent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0" y="3474720"/>
            <a:ext cx="22860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Agent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Collector Component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46304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046720" cy="378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dirty="0">
                <a:solidFill>
                  <a:srgbClr val="2C3E50"/>
                </a:solidFill>
                <a:latin typeface="+mj-lt"/>
                <a:ea typeface="Arial" pitchFamily="34" charset="-122"/>
                <a:cs typeface="Arial" pitchFamily="34" charset="-120"/>
              </a:rPr>
              <a:t>Executes checks at configured intervals (default 15 seconds)
</a:t>
            </a:r>
            <a:endParaRPr lang="en-US" dirty="0">
              <a:latin typeface="+mj-lt"/>
            </a:endParaRPr>
          </a:p>
          <a:p>
            <a:pPr>
              <a:buSzPct val="100000"/>
            </a:pPr>
            <a:r>
              <a:rPr lang="en-US" dirty="0">
                <a:solidFill>
                  <a:srgbClr val="2C3E50"/>
                </a:solidFill>
                <a:latin typeface="+mj-lt"/>
                <a:ea typeface="Arial" pitchFamily="34" charset="-122"/>
                <a:cs typeface="Arial" pitchFamily="34" charset="-120"/>
              </a:rPr>
              <a:t>Aggregates metrics from various sources including system stats, integrations, and custom checks
</a:t>
            </a:r>
            <a:endParaRPr lang="en-US" dirty="0">
              <a:latin typeface="+mj-lt"/>
            </a:endParaRPr>
          </a:p>
          <a:p>
            <a:pPr>
              <a:buSzPct val="100000"/>
            </a:pPr>
            <a:r>
              <a:rPr lang="en-US" dirty="0">
                <a:solidFill>
                  <a:srgbClr val="2C3E50"/>
                </a:solidFill>
                <a:latin typeface="+mj-lt"/>
                <a:ea typeface="Arial" pitchFamily="34" charset="-122"/>
                <a:cs typeface="Arial" pitchFamily="34" charset="-120"/>
              </a:rPr>
              <a:t>Normalizes and tags metrics before sending to forwarder
</a:t>
            </a:r>
          </a:p>
          <a:p>
            <a:pPr>
              <a:buSzPct val="100000"/>
            </a:pPr>
            <a:endParaRPr lang="en-US" dirty="0">
              <a:solidFill>
                <a:srgbClr val="2C3E50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>
              <a:buSzPct val="100000"/>
            </a:pPr>
            <a:r>
              <a:rPr lang="en-US" dirty="0">
                <a:solidFill>
                  <a:srgbClr val="2C3E50"/>
                </a:solidFill>
                <a:latin typeface="+mj-lt"/>
                <a:ea typeface="Arial" pitchFamily="34" charset="-122"/>
                <a:cs typeface="Arial" pitchFamily="34" charset="-120"/>
              </a:rPr>
              <a:t>Manages check scheduling and execution lifecycle</a:t>
            </a:r>
            <a:endParaRPr lang="en-US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402336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Collected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Memory, Disk I/O, Network Stats, Service Checks, Integration Metrics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Forwarder Component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46304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 metrics in memory before transmission
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data to Datadog backend via HTTPS
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retry logic and connection failures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API key authentication and data compression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73152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0690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Pipeline: Collect → Serialize → Compress → Transmit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 Agent (APM)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4630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traces from instrumented applications via HTTP API
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span data across different tracing libraries
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traces to reduce data volume while maintaining visibility
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metrics from trace spans
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Forwards processed traces to Datadog APM 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Port: 8126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Status Command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286000" y="3017520"/>
            <a:ext cx="4572000" cy="6400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datadog-agent status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Command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status command provides comprehensive health information about the agent and its components.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Info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Version, hostname,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uptime, configuration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201168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Status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checks, metrics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collected, check errors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Forwarder Status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connectivity, queue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size, transaction stats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38328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Services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APM, Logs, Process,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DogStatsD status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Output: Agent Information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33832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(v7.x.x)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Running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Hostname: prod-server-01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Hostid: abc123def456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Uptime: 15 days 6 hours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File: /etc/datadog-agent/datadog.yaml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 Endpoints: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https://app.datadoghq.com (reachable)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Fields: Status, Hostname, Uptime, API Connectivity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Output: Collector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33832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Running Checks: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 (1.2s)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Instance #0: OK [1 metric]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disk (0.8s)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Instance #0: OK [12 metrics]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 (0.5s)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Instance #0: OK [8 metrics]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Metrics: 856 samples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Shows: Check names, execution time, instance status, metric counts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Output: Forwarder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33832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Forwarder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 Keys status: OK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Transactions: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Successful: 1,248 (12.3 KB avg)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Failed: 0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Retries: 3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Queue: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size: 12 items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Dropped: 0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Monitor: Transaction success rate, retries, queue depth, dropped items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Troubleshooting with Status Command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Failures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ERROR or WARNING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check instances. Review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messages and traceback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root cause.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Connectivity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API endpoint status.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API key validity.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firewall or proxy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if unreachable.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8404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Queue Size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forwarder queue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indicates transmission issues.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network bandwidth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backend availability.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38404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Metrics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3840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metrics not appearing,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check configuration,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check is running,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review permissions.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Related Status Commands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058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datadog-agent status --json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status in JSON format for parsing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10058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datadog-agent health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health check (running/stopped)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10058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datadog-agent configcheck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configuration files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55448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Monitoring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status command regularly to catch issues early. Consider automated monitoring of agent health.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60604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Configuration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all integration checks are properly configured and running without errors.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status output with agent logs for comprehensive troubleshooting. Logs located at /var/log/datadog/.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470916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agent documentation handy. Reference official Datadog docs for detailed troubleshooting steps.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2103120"/>
            <a:ext cx="5852160" cy="322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has three core components: Collector, Forwarder, Trace Agent
Status command provides comprehensive health and diagnostic information
Monitor check execution, metric collection, and API connectivity</a:t>
            </a:r>
            <a:r>
              <a:rPr lang="en-US" sz="16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Use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output to identify and troubleshoot agent issues</a:t>
            </a:r>
            <a:r>
              <a:rPr lang="en-US" sz="16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Regular 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ensures optimal agent performance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786</Words>
  <Application>Microsoft Office PowerPoint</Application>
  <PresentationFormat>Widescreen</PresentationFormat>
  <Paragraphs>146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Datadog Agent Architecture &amp; Status Command</dc:title>
  <dc:subject>PptxGenJS Presentation</dc:subject>
  <dc:creator>Datadog Technical Team</dc:creator>
  <cp:lastModifiedBy>john test</cp:lastModifiedBy>
  <cp:revision>4</cp:revision>
  <dcterms:created xsi:type="dcterms:W3CDTF">2026-02-04T10:43:33Z</dcterms:created>
  <dcterms:modified xsi:type="dcterms:W3CDTF">2026-02-05T04:04:46Z</dcterms:modified>
</cp:coreProperties>
</file>