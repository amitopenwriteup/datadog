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Datadog RED Metrics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Error, Duration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</a:rPr>
              <a:t>Master the core metrics for monitoring distributed systems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 Agenda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280160" y="1097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Metrics Overview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80160" y="1417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Understanding the trace metrics namespace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874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280160" y="1828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Page Deep Dive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280160" y="2148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Throughput, latency, and error tracking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128016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Comparison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280160" y="2880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Using service.version tags effectively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3337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128016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Correlation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1280160" y="3611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Before/after deployment analysis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0624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7200" y="4069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Text 19"/>
          <p:cNvSpPr/>
          <p:nvPr/>
        </p:nvSpPr>
        <p:spPr>
          <a:xfrm>
            <a:off x="128016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1280160" y="4343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Build RED widgets and compare versions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RED?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</a:rPr>
              <a:t>The Golden Signals for Request-Driven Systems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6459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Request Rate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(Throughput)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How many requests per second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trace.*.hits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74320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64592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56616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Error Rate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(Errors)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Percentage of failed requests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3931920"/>
            <a:ext cx="23774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trace.*.errors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274320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6459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49224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Duration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(Latency)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How long requests take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3931920"/>
            <a:ext cx="23774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trace.*.duration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 Metrics Namespace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</a:rPr>
              <a:t>Understanding Datadog's Trace Metrics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Metric Pattern: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60320" y="1691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trace.&lt;service&gt;.&lt;resource&gt;.&lt;metric_type&gt;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Metric Type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hits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trace.web.request.hits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Request count per second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errors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trace.api.endpoint.errors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Error count per second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duration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trace.db.query.duration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Request latency (seconds)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apdex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trace.service.apdex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Application performance score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Key Points: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Auto-generated from APM traces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Available in Metrics Explorer and Dashboards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Support all standard aggregations (avg, max, p50, p95, p99)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Tagged with service, resource, env, version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Page: Your Dashboard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Navigate to APM → Services → [Your Service]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2743200" cy="256032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7373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Request Rate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" y="2834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Requests/second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Top endpoints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Traffic patterns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383280" y="1554480"/>
            <a:ext cx="2743200" cy="256032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7373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61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Latency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3657600" y="2834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p50, p75, p95, p99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Endpoint breakdown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Latency distribution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309360" y="1554480"/>
            <a:ext cx="2743200" cy="256032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7373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922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Error Rate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583680" y="2834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Error percentage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Error types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Failed endpoints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</a:rPr>
              <a:t>💡 Pro Tip: Use the service page to get an immediate health check of your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Throughput Analysis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</a:rPr>
              <a:t>Request Rate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Baseline traffic patterns</a:t>
            </a:r>
            <a:endParaRPr lang="en-US" sz="15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Peak hours identification</a:t>
            </a:r>
            <a:endParaRPr lang="en-US" sz="15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Unexpected traffic spikes</a:t>
            </a:r>
            <a:endParaRPr lang="en-US" sz="15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Capacity planning data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Metric Query: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411480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272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sum:trace.web.request.hits{*}.as_count()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Sample: Daily Request Pattern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56048" y="340156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00:00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914400" cy="-54864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0448" y="285292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06:00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926080"/>
            <a:ext cx="914400" cy="-8229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4848" y="202996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12:00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103120"/>
            <a:ext cx="914400" cy="18288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221284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18:00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920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383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Requests/sec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Latency Tracking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</a:rPr>
              <a:t>Understanding Duration Metrics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2763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p50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6276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Median response time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91840" y="162763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50% of users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17627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p75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217627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Third quartile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91840" y="217627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75% of users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41148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72491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p95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27249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95th percentile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91840" y="27249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95% of users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200400"/>
            <a:ext cx="41148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27355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p99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71600" y="32735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99th percentile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91840" y="327355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99% of users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Why p95/p99 Matter: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Averages hide outliers. p95/p99 show the worst user experiences.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Latency Metric Queries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9377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Average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2029968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avg:trace.web.request.duration{*}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3776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p50 (Median)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0" y="2761488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p50:trace.web.request.duration{*}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3776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p95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0" y="3493008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p95:trace.web.request.duration{*}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93776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p99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937760" y="4160520"/>
            <a:ext cx="356616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0" y="4224528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p99:trace.web.request.duration{*}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937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Max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937760" y="4892040"/>
            <a:ext cx="356616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9" name="Text 36"/>
          <p:cNvSpPr/>
          <p:nvPr/>
        </p:nvSpPr>
        <p:spPr>
          <a:xfrm>
            <a:off x="5029200" y="4956048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max:trace.web.request.duration{*}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 Rate Monitoring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</a:rPr>
              <a:t>Tracking Failed Requests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4114800" cy="914400"/>
          </a:xfrm>
          <a:prstGeom prst="rect">
            <a:avLst/>
          </a:prstGeom>
          <a:solidFill>
            <a:srgbClr val="F96167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Error Rate Formula: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(errors / hits) × 100%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Error Rate Thresholds: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137160" cy="274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&lt; 0.1%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19456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Excellent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13716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0.1% - 1%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9456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Good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749040"/>
            <a:ext cx="13716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1% - 5%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19456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Warning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114800"/>
            <a:ext cx="13716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&gt; 5%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1945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Critical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Error Metric Queries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93776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Total Errors: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937760" y="1920240"/>
            <a:ext cx="356616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0" y="20116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sum:trace.web.request.errors{*}.as_count()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Error Rate Percentage: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937760" y="2743200"/>
            <a:ext cx="356616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(sum:trace.web.request.errors{*}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sum:trace.web.request.hits{*}) * 100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93776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Filter by status: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937760" y="3749040"/>
            <a:ext cx="356616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0" y="3840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trace.*.errors{http.status_code:5*}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Tagging Strategy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</a:rPr>
              <a:t>Using service.version Tags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Why Version Tags Matter: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Compare performance across versions</a:t>
            </a:r>
            <a:endParaRPr lang="en-US" sz="15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Track deployment impact in real-time</a:t>
            </a:r>
            <a:endParaRPr lang="en-US" sz="15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Identify regressions quickly</a:t>
            </a:r>
            <a:endParaRPr lang="en-US" sz="15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Support canary and blue/green deployments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Implementation Examples: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Environment Variable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6393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DD_VERSION=2.5.1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Python (ddtrace)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297680"/>
            <a:ext cx="41148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3708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DD_VERSION=v2.5.1 ddtrace-run python app.py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3291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Node.js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3566160"/>
            <a:ext cx="41148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6393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process.env.DD_VERSION = '2.5.1'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54880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Java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4297680"/>
            <a:ext cx="41148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43708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-Ddd.version=2.5.1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Comparison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</a:rPr>
              <a:t>Comparing v2.4.0 vs v2.5.0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v2.4.0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v2.5.0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Change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Request Rate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1,250/s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1,280/s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+2.4%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p95 Latency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245ms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198ms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-19.2%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Error Rate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1.2%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0.8%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-33.3%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Apdex Score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0.89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0.94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+5.6%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74520"/>
            <a:ext cx="228600" cy="228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40280"/>
            <a:ext cx="228600" cy="2286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606040"/>
            <a:ext cx="228600" cy="2286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Metric Query for Comparison:</a:t>
            </a:r>
            <a:endParaRPr lang="en-US" sz="1800" dirty="0"/>
          </a:p>
        </p:txBody>
      </p:sp>
      <p:sp>
        <p:nvSpPr>
          <p:cNvPr id="9" name="Shape 3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4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p95:trace.web.request.duration{version:v2.4.0}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p95:trace.web.request.duration{version:v2.5.0}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Correlation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</a:rPr>
              <a:t>Before/After Deployment Analysis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Deployment Timeline View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94560" y="265176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0" y="2286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Before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0" y="3017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v2.4.0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2286000"/>
            <a:ext cx="18288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DEPLOY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0" y="32918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14:30 UTC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2651760"/>
            <a:ext cx="182880" cy="182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2286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After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0" y="3017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v2.5.0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Key Metrics to Track: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Immediate impact: First 5-15 minutes</a:t>
            </a:r>
            <a:endParaRPr lang="en-US" sz="14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Short-term: 1-4 hours post-deployment</a:t>
            </a:r>
            <a:endParaRPr lang="en-US" sz="14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Long-term: 24-48 hour trends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Using Deployment Markers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</a:rPr>
              <a:t>Visualizing Deployments in Dashboards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Adding Deployment Events: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Send events via Datadog Events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"https://api.datadoghq.com/api/v1/events" -H "DD-API-KEY: ${API_KEY}" -d '{"title": "Deployment v2.5.0", "text": "Deployed to production", "tags": ["version:v2.5.0"]}'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CI/CD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Use Datadog GitHub/Jenkins plugins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Automatically creates markers on deploy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</a:rPr>
              <a:t>💡 Tip: Deployment markers appear as vertical lines on graphs, making it easy to correlate changes with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 Lab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5"/>
                </a:solidFill>
              </a:rPr>
              <a:t>Build RED Metrics Dashboard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926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</a:rPr>
              <a:t>Time to put theory into practice!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LAB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Exercise: Create Request Rate Widget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Objective: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Create a timeseries widget showing request throughput for your service.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Steps: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Navigate to Dashboards → New Dashboard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Add Widget → Timeseries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Enter metric: sum:trace.web.request.hits{*}.as_count()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Title: "Request Throughput"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Display: Area chart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Save widget and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4023360"/>
            <a:ext cx="74066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411480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Expected Result: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38912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Area chart showing requests/second over time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LAB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Exercise: Add Latency Percentiles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Objective: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Create a widget showing p50, p95, and p99 latency on the same graph.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Steps: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Add Widget → Timeseries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Add three metrics:</a:t>
            </a:r>
            <a:endParaRPr lang="en-US" sz="1300" dirty="0"/>
          </a:p>
          <a:p>
            <a:pPr lvl="1" marL="6858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  • p50:trace.web.request.duration{*}</a:t>
            </a:r>
            <a:endParaRPr lang="en-US" sz="1300" dirty="0"/>
          </a:p>
          <a:p>
            <a:pPr lvl="1" marL="6858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  • p95:trace.web.request.duration{*}</a:t>
            </a:r>
            <a:endParaRPr lang="en-US" sz="1300" dirty="0"/>
          </a:p>
          <a:p>
            <a:pPr lvl="1" marL="6858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  • p99:trace.web.request.duration{*}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Title: "Latency Percentiles"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Display: Line chart with different colors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4023360"/>
            <a:ext cx="74066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411480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Expected Result: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38912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Three lines showing different percentile latencies, p99 highest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LAB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Exercise: Calculate Error Rate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Objective: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Create a widget showing error rate as a percentage.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Steps: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Add Widget → Query Value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Use formula:</a:t>
            </a:r>
            <a:endParaRPr lang="en-US" sz="1300" dirty="0"/>
          </a:p>
          <a:p>
            <a:pPr lvl="1" marL="6858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  a: sum:trace.web.request.errors{*}.as_count()</a:t>
            </a:r>
            <a:endParaRPr lang="en-US" sz="1300" dirty="0"/>
          </a:p>
          <a:p>
            <a:pPr lvl="1" marL="6858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  b: sum:trace.web.request.hits{*}.as_count()</a:t>
            </a:r>
            <a:endParaRPr lang="en-US" sz="1300" dirty="0"/>
          </a:p>
          <a:p>
            <a:pPr lvl="1" marL="6858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  Formula: (a / b) * 100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Title: "Error Rate %"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Add conditional formatting: red if &gt; 1%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4023360"/>
            <a:ext cx="74066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411480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Expected Result: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38912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Large number showing error rate percentage (e.g., 0.85%)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LAB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Exercise: Compare Versions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Objective: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Compare p95 latency between two service versions side-by-side.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Steps: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Add Widget → Timeseries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Add two metrics:</a:t>
            </a:r>
            <a:endParaRPr lang="en-US" sz="1300" dirty="0"/>
          </a:p>
          <a:p>
            <a:pPr lvl="1" marL="6858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  • p95:trace.*.duration{version:v2.4.0}</a:t>
            </a:r>
            <a:endParaRPr lang="en-US" sz="1300" dirty="0"/>
          </a:p>
          <a:p>
            <a:pPr lvl="1" marL="6858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  • p95:trace.*.duration{version:v2.5.0}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Alias: "v2.4.0" and "v2.5.0"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Title: "Version Comparison - p95 Latency"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Enable legend to identify versions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4023360"/>
            <a:ext cx="74066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411480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Expected Result: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38912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Two lines showing latency comparison, clearly labeled by version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LAB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Exercise: Add Deployment Markers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Objective: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Add deployment event overlays to your dashboard widgets.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Steps: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Edit any timeseries widget on your dashboard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Under Event Overlays section, click Add Query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Search for: tags:deployment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Or use: tags:version:*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Save the widget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Deployment markers will appear as vertical lines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4023360"/>
            <a:ext cx="74066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411480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Expected Result: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38912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Vertical lines on graph showing when deployments occurred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Metrics Best Practices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88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Always Monitor All Three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Request, Error, and Duration together provide complete visibility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188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2.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Use Percentiles Over Averages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0" y="1481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p95/p99 show true user experience, averages hide outliers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41148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3.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Tag Everything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Use version, env, region tags for better filtering and comparison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41148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4.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Set Meaningful Alerts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23042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Alert on p95 latency and error rate, not just request count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41148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5.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Correlate with Deployments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Always compare metrics before/after deployments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41148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6.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1208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Create Service-Specific Dashboards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1208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critical service deserves its own RED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Pitfalls to Avoid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❌ Only monitoring request count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</a:rPr>
              <a:t>✅ Track all three: requests, errors, and latency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3152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❌ Using average latency only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</a:rPr>
              <a:t>✅ Always include p95 and p99 percentiles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73152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❌ Ignoring error rate trends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</a:rPr>
              <a:t>✅ Set alerts on error rate percentage, not just count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73152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❌ Not tagging by version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</a:rPr>
              <a:t>✅ Always tag services with version for comparison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73152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❌ Missing deployment correlation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</a:rPr>
              <a:t>✅ Add deployment markers to all performance graphs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73152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404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❌ Using .rollup() incorrectly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</a:rPr>
              <a:t>✅ Use .as_count() for accurate rate calculations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1.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RED metrics (Request, Error, Duration) are the foundation of service monitoring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2.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16642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Trace metrics namespace provides automatic metrics from APM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3.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13969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Service pages give instant visibility into application health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4.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261518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Version tags enable powerful before/after comparisons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5.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30906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Deployment correlation is critical for identifying issues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6.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Always use percentiles (p95, p99) for latency monitoring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7.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05840" y="40416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Build comprehensive dashboards combining all RED signals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Additional Resources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Documentation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Datadog Trace Metrics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APM Service Page Guide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Dashboard Widget Reference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7432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09728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Monitoring Patterns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RED Method Overview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SLI/SLO Best Practices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Alerting Strategies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7432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09728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Integration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Version Tagging Guide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Deployment Tracking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CI/CD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5F5"/>
                </a:solidFill>
              </a:rPr>
              <a:t>Thank you for participating!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Datadog RED Metrics: Request, Error, Duration</dc:title>
  <dc:subject>PptxGenJS Presentation</dc:subject>
  <dc:creator>Datadog Workshop</dc:creator>
  <cp:lastModifiedBy>Datadog Workshop</cp:lastModifiedBy>
  <cp:revision>1</cp:revision>
  <dcterms:created xsi:type="dcterms:W3CDTF">2026-02-13T04:25:14Z</dcterms:created>
  <dcterms:modified xsi:type="dcterms:W3CDTF">2026-02-13T04:25:14Z</dcterms:modified>
</cp:coreProperties>
</file>