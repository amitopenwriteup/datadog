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0050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Datadog Agent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C39A"/>
                </a:solidFill>
              </a:rPr>
              <a:t>For Kubernetes Distributions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3E50"/>
                </a:solidFill>
              </a:rPr>
              <a:t>What is Datadog Agent?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632CA6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50"/>
                </a:solidFill>
              </a:rPr>
              <a:t>Lightweight Agent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64748B"/>
                </a:solidFill>
              </a:rPr>
              <a:t>Collects metrics, traces, and logs from your infrastructure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64748B"/>
                </a:solidFill>
              </a:rPr>
              <a:t>Runs as a background process on each host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64748B"/>
                </a:solidFill>
              </a:rPr>
              <a:t>Minimal resource footprint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0" y="1371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50"/>
                </a:solidFill>
              </a:rPr>
              <a:t>Key Capabilities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0" y="20116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64748B"/>
                </a:solidFill>
              </a:rPr>
              <a:t>Infrastructure monitoring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64748B"/>
                </a:solidFill>
              </a:rPr>
              <a:t>Application performance monitoring (APM)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64748B"/>
                </a:solidFill>
              </a:rPr>
              <a:t>Log management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64748B"/>
                </a:solidFill>
              </a:rPr>
              <a:t>Network performance monitoring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64748B"/>
                </a:solidFill>
              </a:rPr>
              <a:t>Real-time alerting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3E50"/>
                </a:solidFill>
              </a:rPr>
              <a:t>Kubernetes Integration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3716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DaemonSet Deployment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Agent runs on every node in the cluster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5603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29000" y="1371600"/>
            <a:ext cx="365760" cy="365760"/>
          </a:xfrm>
          <a:prstGeom prst="ellipse">
            <a:avLst/>
          </a:prstGeom>
          <a:solidFill>
            <a:srgbClr val="632CA6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Helm Chart Installation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Easy configuration and updates via Helm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1097280"/>
            <a:ext cx="25603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3716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Operator-Based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Datadog Operator for automated management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65760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3611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</a:rPr>
              <a:t>Auto-Discovery &amp; Configuration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Automatically discovers pods, containers, and services. Supports annotations for custom configurations.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3E50"/>
                </a:solidFill>
              </a:rPr>
              <a:t>Supported Kubernetes Distributions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7373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F5F5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1371600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</a:rPr>
              <a:t>Amazon EKS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77440" y="1188720"/>
            <a:ext cx="17373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F5F5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017520" y="1371600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</a:rPr>
              <a:t>Azure AKS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188720"/>
            <a:ext cx="17373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F5F5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371600"/>
            <a:ext cx="457200" cy="45720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</a:rPr>
              <a:t>Google GKE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17373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F5F5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0" y="1371600"/>
            <a:ext cx="457200" cy="45720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</a:rPr>
              <a:t>OpenShift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417320" y="2926080"/>
            <a:ext cx="17373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F5F5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57400" y="3108960"/>
            <a:ext cx="457200" cy="45720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749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</a:rPr>
              <a:t>Vanilla K8s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37560" y="2926080"/>
            <a:ext cx="17373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F5F5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77640" y="3108960"/>
            <a:ext cx="457200" cy="457200"/>
          </a:xfrm>
          <a:prstGeom prst="ellipse">
            <a:avLst/>
          </a:prstGeom>
          <a:solidFill>
            <a:srgbClr val="0075A8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3749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</a:rPr>
              <a:t>Rancher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57800" y="2926080"/>
            <a:ext cx="17373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F5F5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97880" y="3108960"/>
            <a:ext cx="457200" cy="457200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3749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</a:rPr>
              <a:t>Docker K8s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3E50"/>
                </a:solidFill>
              </a:rPr>
              <a:t>Key Monitoring Features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28016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1280160"/>
          </a:xfrm>
          <a:prstGeom prst="rect">
            <a:avLst/>
          </a:prstGeom>
          <a:solidFill>
            <a:srgbClr val="632CA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2CA6"/>
                </a:solidFill>
              </a:rPr>
              <a:t>Metrics Collection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CPU, memory, disk, network metrics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560320" cy="128016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1188720"/>
            <a:ext cx="73152" cy="1280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2CA6"/>
                </a:solidFill>
              </a:rPr>
              <a:t>Custom Metrics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Application-specific metrics via StatsD/DogStatsD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1188720"/>
            <a:ext cx="2560320" cy="128016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0" y="1188720"/>
            <a:ext cx="73152" cy="1280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2CA6"/>
                </a:solidFill>
              </a:rPr>
              <a:t>Log Aggregation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Centralized log collection and parsing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2560320" cy="128016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34640"/>
            <a:ext cx="73152" cy="1280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2CA6"/>
                </a:solidFill>
              </a:rPr>
              <a:t>Distributed Tracing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474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End-to-end request tracking across services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2834640"/>
            <a:ext cx="2560320" cy="128016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2834640"/>
            <a:ext cx="73152" cy="1280160"/>
          </a:xfrm>
          <a:prstGeom prst="rect">
            <a:avLst/>
          </a:prstGeom>
          <a:solidFill>
            <a:srgbClr val="632CA6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2CA6"/>
                </a:solidFill>
              </a:rPr>
              <a:t>Service Discovery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83280" y="3474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Auto-detect services and configure checks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0" y="2834640"/>
            <a:ext cx="2560320" cy="128016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0" y="2834640"/>
            <a:ext cx="73152" cy="1280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2CA6"/>
                </a:solidFill>
              </a:rPr>
              <a:t>Live Process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26480" y="3474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Real-time process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3E50"/>
                </a:solidFill>
              </a:rPr>
              <a:t>Installation Methods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371600"/>
            <a:ext cx="365760" cy="365760"/>
          </a:xfrm>
          <a:prstGeom prst="ellipse">
            <a:avLst/>
          </a:prstGeom>
          <a:solidFill>
            <a:srgbClr val="632CA6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325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</a:rPr>
              <a:t>Helm Chart (Recommended for Kubernetes)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691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datadog-agent datadog/datadog --set datadog.apiKey=&lt;API_KEY&gt;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6517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6060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</a:rPr>
              <a:t>Datadog Operator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971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datadog-operator.yaml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39319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8862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</a:rPr>
              <a:t>Manual Installation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4251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Direct installation on hosts via package manager or container runtime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3E50"/>
                </a:solidFill>
              </a:rPr>
              <a:t>Configuration Best Practices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Use ConfigMaps for environment-specific settings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Store API keys in Kubernetes Secrets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Enable autodiscovery with pod annotations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Configure resource limits for agent pods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Use dedicated node pools for monitoring workloads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Enable log collection selectively to reduce overhead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Set up custom tags for better organization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Configure integration checks via annotations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3E50"/>
                </a:solidFill>
              </a:rPr>
              <a:t>Metrics You Can Monitor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632CA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Infrastructure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CPU utilization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Memory usage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Disk I/O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Network traffic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Container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Container count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Image pulls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Restarts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Resource quotas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393192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743200"/>
            <a:ext cx="393192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Application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3375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Request rate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Error rate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Response time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Throughput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393192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2743200"/>
            <a:ext cx="3931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Kubernetes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0" y="33375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Pod status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Node health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Deployments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Service mesh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3E50"/>
                </a:solidFill>
              </a:rPr>
              <a:t>Why Choose Datadog Agent?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97480" cy="137160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8745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Unified Monitoring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Single agent for metrics, traces, and logs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188720"/>
            <a:ext cx="2697480" cy="137160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20440" y="13716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8745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Easy Deployment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148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Quick setup with Helm charts and operators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697480" cy="137160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1371600"/>
            <a:ext cx="365760" cy="365760"/>
          </a:xfrm>
          <a:prstGeom prst="ellipse">
            <a:avLst/>
          </a:prstGeom>
          <a:solidFill>
            <a:srgbClr val="632CA6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8745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Auto-Discovery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2148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Automatically detects services and containers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2697480" cy="137160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5204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Rich Visualizations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37947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Pre-built dashboards and custom views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37560" y="2834640"/>
            <a:ext cx="2697480" cy="137160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20440" y="30175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35204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Secure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74720" y="37947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Encrypted data transmission and API key authentication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2834640"/>
            <a:ext cx="2697480" cy="137160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0" y="3017520"/>
            <a:ext cx="365760" cy="365760"/>
          </a:xfrm>
          <a:prstGeom prst="ellipse">
            <a:avLst/>
          </a:prstGeom>
          <a:solidFill>
            <a:srgbClr val="632CA6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35204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Extensible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5080" y="37947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Custom integrations and plugins support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354</Words>
  <Application>Microsoft Office PowerPoint</Application>
  <PresentationFormat>On-screen Show (16:9)</PresentationFormat>
  <Paragraphs>102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Datadog Agent for Kubernetes &amp; Distributions</dc:title>
  <dc:subject>PptxGenJS Presentation</dc:subject>
  <dc:creator>DevOps Team</dc:creator>
  <cp:lastModifiedBy>john test</cp:lastModifiedBy>
  <cp:revision>2</cp:revision>
  <dcterms:created xsi:type="dcterms:W3CDTF">2026-02-10T04:30:26Z</dcterms:created>
  <dcterms:modified xsi:type="dcterms:W3CDTF">2026-02-10T05:00:12Z</dcterms:modified>
</cp:coreProperties>
</file>