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15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KIND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</a:rPr>
              <a:t>Kubernetes IN Docker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What is KIND?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3716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KIND (Kubernetes IN Docker) is a tool for running local Kubernetes clusters using Docker container nodes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931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Designed for Testing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Originally built for testing Kubernetes itself, now widely used for development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468880"/>
            <a:ext cx="3931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Quick Setup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Create multi-node clusters in seconds with a single command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931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CI/CD Friendly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Perfect for continuous integration pipelines and automated testing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657600"/>
            <a:ext cx="3931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Resource Efficient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Runs entirely in Docker containers, minimal overhead compared to VMs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Prerequisites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Docker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5A82"/>
                </a:solidFill>
              </a:rPr>
              <a:t>Version 20.10 or higher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Docker must be installed and running on your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kubectl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468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5A82"/>
                </a:solidFill>
              </a:rPr>
              <a:t>Compatible version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Kubernetes command-line tool for cluster interaction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Go (Optional)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0" y="3657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5A82"/>
                </a:solidFill>
              </a:rPr>
              <a:t>1.16+ for building from source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Only needed if you want to build KIND from source code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Installing KIND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258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280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Using Binary (Recommended)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Linux/macOS: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-Lo ./kind https://kind.sigs.k8s.io/dl/v0.20.0/kind-linux-amd64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5146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468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Using Homebrew (macOS)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kind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70332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657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Using Go Install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install sigs.k8s.io/kind@v0.20.0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Creating Your First Cluster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Basic Cluster Creation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cluster with default name 'kind'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create cluster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cluster with custom 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create cluster --name my-cluster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326CE5"/>
          </a:solidFill>
          <a:ln>
            <a:solidFill>
              <a:schemeClr val="bg1"/>
            </a:solidFill>
          </a:ln>
        </p:spPr>
      </p:sp>
      <p:sp>
        <p:nvSpPr>
          <p:cNvPr id="10" name="Text 8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What Happens During Creation: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Docker container(s) are created to serve as Kubernetes nodes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Kubernetes control plane components are installed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kubeconfig is automatically updated with cluster credentials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Cluster is ready to use with kubectl in 30-60 seconds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Multi-Node Cluster Configuration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kind-config.yaml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Cluster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kind.x-k8s.io/v1alpha4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role: control-plane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role: worker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role: worker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role: worker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Create the Cluster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create cluster --config kind-config.yaml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This Creates: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6517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1 Control Plane node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3 Worker nodes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All running as containers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Production-like topology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Essential KIND Commands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618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get clusters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12618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List all KIND clusters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379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delete cluster --name &lt;name&gt;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8379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Delete a specific cluster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1401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get nodes --name &lt;cluster&gt;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24140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List nodes in a cluster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90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load docker-image &lt;image&gt;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9900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Load Docker image into cluster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export kubeconfig --name &lt;name&gt;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Export kubeconfig for cluster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422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cluster-info --context kind-&lt;name&gt;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41422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View cluster information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386</Words>
  <Application>Microsoft Office PowerPoint</Application>
  <PresentationFormat>On-screen Show (16:9)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KIND - Kubernetes IN Docker Setup Guide</dc:title>
  <dc:subject>PptxGenJS Presentation</dc:subject>
  <dc:creator>DevOps Team</dc:creator>
  <cp:lastModifiedBy>john test</cp:lastModifiedBy>
  <cp:revision>2</cp:revision>
  <dcterms:created xsi:type="dcterms:W3CDTF">2026-02-10T05:04:09Z</dcterms:created>
  <dcterms:modified xsi:type="dcterms:W3CDTF">2026-02-10T05:08:17Z</dcterms:modified>
</cp:coreProperties>
</file>