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Datadog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Platform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• APM • Logs • Infrastructure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Datadog?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</a:rPr>
              <a:t>Unified Observability Platform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Datadog is a comprehensive monitoring and analytics platform that provides full-stack observability for modern cloud applications and infrastructure.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• Real-time performance metrics and monitoring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• Application performance tracing and profiling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• Centralized log management and analytics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</a:rPr>
              <a:t>• Infrastructure and network monitoring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Pillars of Datadog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4630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3E6"/>
                </a:solidFill>
              </a:rPr>
              <a:t>1. Metrics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Real-time performance data collection, aggregation, and visualization of system health indicators.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14630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</a:rPr>
              <a:t>2. APM/Tracing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Distributed request tracing across services to identify bottlenecks and optimize application performance.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200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</a:rPr>
              <a:t>3. Logs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Centralized log ingestion, search, and analysis with powerful filtering and correlation capabilities.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04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86400" y="3200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4. Infrastructure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Host, container, and cloud resource monitoring with real-time visibility into your entire stack.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Metrics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Metrics?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Numerical measurements collected over time that represent the state and performance of your systems.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CPU utilization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Memory consumption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Request 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Error rates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Throughput (requests/sec)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1-second granularity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Custom metrics via 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Mathematical functions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Alerting and anomaly detection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Pre-built integrations (450+)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Time series visualization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APM/Tracing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Performance Monitoring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Distributed tracing automatically tracks requests as they flow through your microservices architecture.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</a:rPr>
              <a:t>Trace Components: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Spans - Individual operations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Traces - End-to-end request 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Services - Logical components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Resources - Specific endpoints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Service map visualization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Flame graphs for profiling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Error tracking and analysis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Performance bottleneck detection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Database query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Auto-instrumentation support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Logs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Management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Centralized platform for collecting, processing, and analyzing logs from all sources across your infrastructure.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</a:rPr>
              <a:t>Log Sources: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Application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System/OS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Container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Cloud platform logs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Live tail for real-time viewing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Advanced search and filtering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Log patterns and analytics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Archive to S3/GCS for compliance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Correlation with traces and metrics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Log-based alerting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4: Infrastructure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Monitoring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Comprehensive visibility into all hosts, containers, and cloud resources powering your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</a:rPr>
              <a:t>Monitored Resources: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Physical &amp; virtual hosts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Docker/Kubernetes containers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Cloud services (AWS/Azure/GCP)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Network devices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Tools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Host map for resource overview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Container map and orchestrator views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Process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Network performance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Cloud cost tracking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Events and change tracking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Tagging Strategy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are key-value pairs that add context and enable filtering across all Datadog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Tagging Matters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Correlate metrics, traces, and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Filter and aggregate data efficiently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Create targeted dashboards and alerts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Track deployments and changes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Allocate costs accurately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Consistency is Critical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Use the same tags across: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Infrastructure (hosts, containers)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APM traces and spans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Custom metrics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Log entries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</a:rPr>
              <a:t>This enables powerful correlation and unified observability.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Tag Schema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service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Application or service name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663440" y="11887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env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Environment (prod, staging, dev)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21031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240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version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Application version or build number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4663440" y="21031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402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94960" y="2240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region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Geographic region or cloud zone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57200" y="30175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team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Owning team or squad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4663440" y="3017520"/>
            <a:ext cx="4023360" cy="7772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546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2CA6"/>
                </a:solidFill>
              </a:rPr>
              <a:t>custom tags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</a:rPr>
              <a:t>Any domain-specific metadata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service:web-api env:production version:2.4.1 region:us-east-1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 Dashboards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data visualization and monitoring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Types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Timeboards - Fixed time range, synchronized graphs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Screenboards - Flexible layouts with drag-and-drop widgets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Template variables - Dynamic filtering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Public/shared dashboards - Embed or share externally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Options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Timeseries graphs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Query value (big numbers)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Top lists and tables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Heat maps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Service maps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SLO widgets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Event timelines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Free text and images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 Monitors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alerting when metrics cross thresholds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Types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Metric monitors - Threshold-based alerts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Anomaly detection - ML-based alerts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Outlier detection - Identify deviations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Forecast monitors - Predict future issues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APM monitors - Service-level alerts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Log monitors - Pattern-based alerts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Configuration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Multi-alert grouping by tags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Warning and critical thresholds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No-data and missing data alerts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Custom notification messages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Integration with Slack, PagerDuty, email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Downtime scheduling and muting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 APM 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application performance visibility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List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Overview of all instrumented services with key metrics: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Requests per second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Average latency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Error rate percentage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Apdex score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Map &amp; Traces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Visual topology of service dependencies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Click services to view details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Trace explorer for individual requests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Flame graphs showing span duration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Resource-level performance stats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Correlated logs and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 Logs 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and analyze log data at scale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Explorer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Full-text search across all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Filter by tags, status, service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Time range selection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Live tail for real-time streaming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Saved views and queries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Export to CSV or JSON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Patterns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Aggregate logs by fields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Pattern detection (similar logs)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Transaction analytics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Pivot to related traces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Create metrics from logs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Log-based SLIs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2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Navigation: Infrastructure 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into all infrastructure components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Map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Visual representation of all hosts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Color-coded by health metrics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Group by tags or attributes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Hexagonal grid layout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Quick drill-down to host details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Filter and search capabilities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&amp; Orchestration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Container map for Docker/Kubernetes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Pod and node health status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Resource utilization tracking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Process-level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Network flows and connections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</a:rPr>
              <a:t>• Cloud integrations (AWS/Azure/GCP)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32C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737360"/>
            <a:ext cx="6400800" cy="2651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92024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</a:rPr>
              <a:t>✓ Four pillars provide complete observability: Metrics, APM, Logs, Infrastructure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</a:rPr>
              <a:t>✓ Unified tagging enables correlation across all data sources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</a:rPr>
              <a:t>✓ Navigation is intuitive: Dashboards, Monitors, APM, Logs, Infrastructure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</a:rPr>
              <a:t>✓ Standard tags (service, env, version, region) create consistency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Datadog</dc:title>
  <dc:subject>PptxGenJS Presentation</dc:subject>
  <dc:creator>Datadog Training</dc:creator>
  <cp:lastModifiedBy>Datadog Training</cp:lastModifiedBy>
  <cp:revision>1</cp:revision>
  <dcterms:created xsi:type="dcterms:W3CDTF">2026-02-03T06:02:48Z</dcterms:created>
  <dcterms:modified xsi:type="dcterms:W3CDTF">2026-02-03T06:02:48Z</dcterms:modified>
</cp:coreProperties>
</file>